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3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2377440" cy="10972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rgbClr val="FFC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SPECIAL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8961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[Item name]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4937760" cy="2377440"/>
          </a:xfrm>
          <a:prstGeom prst="roundRect">
            <a:avLst>
              <a:gd name="adj" fmla="val 11538"/>
            </a:avLst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800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53035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[500]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74980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[Short, tasty description in one line. Available until [date].]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9555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[Business name]   |   [Phone / WhatsApp]   |   [Location]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9921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C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by Max_imum Designs | otienoryan786-lab.github.io/Max_imum-Designs (delete this line)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D9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Menu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2011680" cy="10972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377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[Item one]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[Short description]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2377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[000]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9052560" cy="18288"/>
          </a:xfrm>
          <a:prstGeom prst="rect">
            <a:avLst/>
          </a:prstGeom>
          <a:solidFill>
            <a:srgbClr val="D8CFC0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520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[Item two]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977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[Short description]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[000]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9052560" cy="18288"/>
          </a:xfrm>
          <a:prstGeom prst="rect">
            <a:avLst/>
          </a:prstGeom>
          <a:solidFill>
            <a:srgbClr val="D8CFC0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663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[Item three]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20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[Short description]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4663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[000]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5577840"/>
            <a:ext cx="9052560" cy="18288"/>
          </a:xfrm>
          <a:prstGeom prst="rect">
            <a:avLst/>
          </a:prstGeom>
          <a:solidFill>
            <a:srgbClr val="D8CFC0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806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[Item four]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63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[Short description]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5806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[000]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40080" y="6720840"/>
            <a:ext cx="9052560" cy="18288"/>
          </a:xfrm>
          <a:prstGeom prst="rect">
            <a:avLst/>
          </a:prstGeom>
          <a:solidFill>
            <a:srgbClr val="D8CFC0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6949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[Item five]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7406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[Short description]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6949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[000]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640080" y="7863840"/>
            <a:ext cx="9052560" cy="18288"/>
          </a:xfrm>
          <a:prstGeom prst="rect">
            <a:avLst/>
          </a:prstGeom>
          <a:solidFill>
            <a:srgbClr val="D8CFC0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8092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[Item six]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8549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[Short description]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8092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[000]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640080" y="9006840"/>
            <a:ext cx="9052560" cy="18288"/>
          </a:xfrm>
          <a:prstGeom prst="rect">
            <a:avLst/>
          </a:prstGeom>
          <a:solidFill>
            <a:srgbClr val="D8CFC0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9555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[Business name]   |   [Phone / WhatsApp]   |   [Location]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9921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by Max_imum Designs | otienoryan786-lab.github.io/Max_imum-Designs (delete this line)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C5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900684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31F20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90068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your photo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(right-click, Change picture)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09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D9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ARRIVAL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85800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[Product name]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8046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line about why customers will love it]   KES [000]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555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[Business name]   |   [Phone / WhatsApp]   |   [Location]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9921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by Max_imum Designs | otienoryan786-lab.github.io/Max_imum-Designs (delete this line)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0" b="1" dirty="0">
                <a:solidFill>
                  <a:srgbClr val="FFC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8961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[Write your customer's review here in 2 to 3 lines.]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83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C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★ ★ ★ ★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name], [Area]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555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[Business name]   |   [Phone / WhatsApp]   |   [Location]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921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by Max_imum Designs | otienoryan786-lab.github.io/Max_imum-Designs (delete this line)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93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us</a:t>
            </a:r>
            <a:endParaRPr lang="en-US" sz="78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2011680" cy="10972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to Fri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2743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[8:00 am to 8:00 pm]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39319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[9:00 am to 9:00 pm]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120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C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51206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[Closed / 10:00 am to 6:00 pm]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6492240"/>
            <a:ext cx="9006840" cy="2377440"/>
          </a:xfrm>
          <a:prstGeom prst="roundRect">
            <a:avLst>
              <a:gd name="adj" fmla="val 9615"/>
            </a:avLst>
          </a:prstGeom>
          <a:solidFill>
            <a:srgbClr val="FFF7EA"/>
          </a:solidFill>
          <a:ln w="12700">
            <a:solidFill>
              <a:srgbClr val="FFF7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67208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[Street / building, area, city]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 [number]   Instagram: [@handle]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M-Pesa Till: [number]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9921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C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by Max_imum Designs | otienoryan786-lab.github.io/Max_imum-Designs (delete this line)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and Retail Social Pack</dc:title>
  <dc:subject>PptxGenJS Presentation</dc:subject>
  <dc:creator>Max_imum Designs</dc:creator>
  <cp:lastModifiedBy>Max_imum Designs</cp:lastModifiedBy>
  <cp:revision>1</cp:revision>
  <dcterms:created xsi:type="dcterms:W3CDTF">2026-10-25T15:54:10Z</dcterms:created>
  <dcterms:modified xsi:type="dcterms:W3CDTF">2026-10-25T15:54:10Z</dcterms:modified>
</cp:coreProperties>
</file>