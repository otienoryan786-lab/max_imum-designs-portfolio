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800" kern="0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INVITED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8961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 name]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3840480" cy="2743200"/>
          </a:xfrm>
          <a:prstGeom prst="roundRect">
            <a:avLst>
              <a:gd name="adj" fmla="val 8333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4805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[SAT]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 NOV]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43891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[2:00 pm]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Venue: [Place, Town]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Entry: [Free / KES 500]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6809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are welcome. Bring a friend!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011680" cy="109728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468880"/>
            <a:ext cx="9006840" cy="12801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[Sunday]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[8:00 am]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4688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[First service]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9006840" cy="12801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[Sunday]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[10:30 am]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40233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 service]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9006840" cy="12801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715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[Wednesday]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6217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[6:00 pm]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5577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[Prayer / Bible study]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7132320"/>
            <a:ext cx="9006840" cy="12801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7269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[Friday]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7772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[7:00 pm]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7132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[Youth night]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b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8961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[Type your quote or verse here, two to three lines.]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40080" y="6949440"/>
            <a:ext cx="2011680" cy="109728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7315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 or author]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A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our team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looking for volunteers in: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3310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[Ushering and welcome]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[Choir and music]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5321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[Media and sound]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40080" y="640080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6327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[Children's ministry]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640080" y="7680960"/>
            <a:ext cx="6583680" cy="118872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76809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us: [number]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9006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13D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0068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photo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(right-click, Change picture)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2648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date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06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 name]   |   [Date]   |   [Place]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3210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support and prayers.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Church and Events Social Pack</dc:title>
  <dc:subject>PptxGenJS Presentation</dc:subject>
  <dc:creator>Max_imum Designs</dc:creator>
  <cp:lastModifiedBy>Max_imum Designs</cp:lastModifiedBy>
  <cp:revision>1</cp:revision>
  <dcterms:created xsi:type="dcterms:W3CDTF">2026-10-25T15:54:10Z</dcterms:created>
  <dcterms:modified xsi:type="dcterms:W3CDTF">2026-10-25T15:54:10Z</dcterms:modified>
</cp:coreProperties>
</file>